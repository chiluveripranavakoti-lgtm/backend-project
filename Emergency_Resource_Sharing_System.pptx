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D98D33-5369-C8A1-852A-36EE59221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1904" y="8839201"/>
            <a:ext cx="2347163" cy="2376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F67D83-4F41-3103-89D8-101FEE62E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6400" y="8686800"/>
            <a:ext cx="1767993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1B1E05-EDDD-F289-D696-C164D07024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000" y="8839200"/>
            <a:ext cx="2347163" cy="167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D38F25-516A-6045-F3DA-F1E15EB9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2607" y="8839200"/>
            <a:ext cx="1767993" cy="2057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54313B-38F9-BB04-5AAF-0AD7F159A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6400" y="8877300"/>
            <a:ext cx="176799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43798F-1385-A5A1-D1AD-2CDCC6F1E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3896" y="8763000"/>
            <a:ext cx="1767993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85C0EC-1740-AA7B-73F0-E065A4525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6400" y="8622021"/>
            <a:ext cx="1767993" cy="4838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55A593-F287-EE32-12AB-1C9C2CC0C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6400" y="8888853"/>
            <a:ext cx="1767993" cy="2057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D3ECFF-7899-C8CC-0854-4DD09FD4F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8837" y="8870512"/>
            <a:ext cx="2347163" cy="1676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chiluveri pranavakoti</cp:lastModifiedBy>
  <cp:revision>2</cp:revision>
  <dcterms:created xsi:type="dcterms:W3CDTF">2006-08-16T00:00:00Z</dcterms:created>
  <dcterms:modified xsi:type="dcterms:W3CDTF">2026-10-09T10:10:00Z</dcterms:modified>
</cp:coreProperties>
</file>